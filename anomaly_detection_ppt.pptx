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pitasarkardata.github.io/It-network-anomaly-detection/anomaly_dashboard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pitasarkardata.github.io/It-network-anomaly-detection/anomaly_dashboard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995160" y="411480"/>
            <a:ext cx="1005840" cy="100584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0" y="1600200"/>
            <a:ext cx="640080" cy="64008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2240280"/>
            <a:ext cx="457200" cy="457200"/>
          </a:xfrm>
          <a:prstGeom prst="ellipse">
            <a:avLst/>
          </a:prstGeom>
          <a:solidFill>
            <a:srgbClr val="00B4D8">
              <a:alpha val="6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2788920"/>
            <a:ext cx="822960" cy="82296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566160"/>
            <a:ext cx="548640" cy="548640"/>
          </a:xfrm>
          <a:prstGeom prst="ellipse">
            <a:avLst/>
          </a:prstGeom>
          <a:solidFill>
            <a:srgbClr val="00B4D8">
              <a:alpha val="7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Network Traffic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suspicious network behavior using Machine Learning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29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Sarkar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ECE  |  Kalyani Government Engineering College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— Network Traffic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56616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companies manage thousands of servers and network devices simultaneously.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device behaves abnormally — high packet rates, unusual protocols, or suspicious IPs — it can cause: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Security breaches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downtime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loss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of 3–4 lakh packets is impossible.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06240" cy="35661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Analyse 3.94 lakh real network packets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1671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Apply Isolation Forest ML model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0" y="27340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Automatically flag anomalous traffic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0" y="33009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Visualise findings in interactive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54880" y="38679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Export structured Excel report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36576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886200" cy="59436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Network Traffic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3886200" cy="59436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40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Used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Midterm_53_group.csv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16936"/>
            <a:ext cx="3886200" cy="59436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44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Packets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3,94,136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621024"/>
            <a:ext cx="3886200" cy="594360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48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22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Source, Destination,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Protocol, Length, Info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914400"/>
            <a:ext cx="4114800" cy="36576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14400"/>
            <a:ext cx="4114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0241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Used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508760"/>
            <a:ext cx="3886200" cy="43891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17373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analysis &amp; modelling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02536"/>
            <a:ext cx="3886200" cy="43891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0299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2311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manipulation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496312"/>
            <a:ext cx="3886200" cy="43891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5237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72491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ML model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990088"/>
            <a:ext cx="3886200" cy="43891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218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483864"/>
            <a:ext cx="3886200" cy="43891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511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7124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977640"/>
            <a:ext cx="3886200" cy="43891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40050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42062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88920" cy="178308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56616" y="160020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3.94L packets from Midterm_53_group.csv using pandas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960120"/>
            <a:ext cx="2788920" cy="178308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960120"/>
            <a:ext cx="50292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300984" y="160020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58768" y="1097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58768" y="1463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nulls &amp; duplicates. Label encoded Source, Destination, Protocol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960120"/>
            <a:ext cx="2788920" cy="178308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960120"/>
            <a:ext cx="50292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160020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03136" y="1097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03136" y="1463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protocol distribution, packet length trends, top source IPs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788920" cy="178308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26080"/>
            <a:ext cx="50292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" y="356616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063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(unsupervised ML) with 5% contamination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2926080"/>
            <a:ext cx="2788920" cy="178308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64408" y="2926080"/>
            <a:ext cx="50292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3300984" y="356616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58768" y="3063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58768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interactive Plotly dashboard — scatter, bar, pie, IP chart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08776" y="2926080"/>
            <a:ext cx="2788920" cy="178308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08776" y="2926080"/>
            <a:ext cx="502920" cy="1783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6245352" y="3566160"/>
            <a:ext cx="429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03136" y="3063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03136" y="3429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3-sheet report: All Traffic, Anomalies Only, Summary Statistics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65960" cy="16002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3,94,136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Packets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914400"/>
            <a:ext cx="1965960" cy="16002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51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19,697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Flagged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914400"/>
            <a:ext cx="1965960" cy="16002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51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0916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Detected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914400"/>
            <a:ext cx="1965960" cy="16002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54864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051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6916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8503920" cy="329184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3090672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08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cluster around unusually high packet lengths (&gt;10,000 bytes)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8503920" cy="329184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347472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4930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accounts for ~65% of all traffic — dominant protocol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858768"/>
            <a:ext cx="8503920" cy="329184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858768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8770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source IPs generate disproportionately high traffic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0040" y="4242816"/>
            <a:ext cx="8503920" cy="329184"/>
          </a:xfrm>
          <a:prstGeom prst="rect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" y="4242816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2611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contamination rate detected — consistent with industry benchmarks for network anomaly detection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4626864"/>
            <a:ext cx="8503920" cy="329184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4626864"/>
            <a:ext cx="54864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64515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6 features: Time, Packet No., Length, Source, Destination, Protocol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182880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9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Packet Length vs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highlighted in red — spikes clearly visible at high packet lengths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27448" y="960120"/>
            <a:ext cx="4160520" cy="182880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7448" y="960120"/>
            <a:ext cx="4160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069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Protocol Distribution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5087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dominates at ~65% — TLS, DNS, ARP form the remainder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60520" cy="182880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26080"/>
            <a:ext cx="4160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Anomaly 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showing 95% normal vs 5% anomalous traffic split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27448" y="2926080"/>
            <a:ext cx="4160520" cy="1828800"/>
          </a:xfrm>
          <a:prstGeom prst="rect">
            <a:avLst/>
          </a:prstGeom>
          <a:solidFill>
            <a:srgbClr val="0215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2926080"/>
            <a:ext cx="4160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910328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Top 10 Source IPs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0328" y="347472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most active source IP addresses by packet count</a:t>
            </a:r>
            <a:endParaRPr lang="en-US" sz="1200" dirty="0"/>
          </a:p>
        </p:txBody>
      </p:sp>
      <p:sp>
        <p:nvSpPr>
          <p:cNvPr id="20" name="Text 18">
            <a:hlinkClick r:id="rId1" tooltip=""/>
          </p:cNvPr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Live Dashboard →  https://arpitasarkardata.github.io/It-network-anomaly-detection/anomaly_dashboard.html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Relevance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393192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78892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Monitoring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traffic before it causes downtime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5351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3.94L packets automatically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12464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5818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relevant to Managed Infrastructure Services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4408" y="914400"/>
            <a:ext cx="2788920" cy="393192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914400"/>
            <a:ext cx="2788920" cy="64008"/>
          </a:xfrm>
          <a:prstGeom prst="rect">
            <a:avLst/>
          </a:prstGeom>
          <a:solidFill>
            <a:srgbClr val="57CC99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55848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7C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01568" y="2103120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21488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suspicious source IPs automatically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1568" y="2907792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295351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unusual protocol usage patterns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01568" y="3712464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75818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IT Security &amp; Compliance teams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914400"/>
            <a:ext cx="2788920" cy="393192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914400"/>
            <a:ext cx="278892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0216" y="1051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00216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Framework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45936" y="2103120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37376" y="214884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extendable to live network streams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45936" y="2907792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295351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retrainable on new traffic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45936" y="3712464"/>
            <a:ext cx="2514600" cy="713232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37376" y="375818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to Excel for management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an end-to-end anomaly detection pipeline on 3.94 lakh real network packets — from raw data ingestion to an interactive dashboard and structured Excel report.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4160520" cy="100584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04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detects anomalies with no labelled training 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27448" y="2331720"/>
            <a:ext cx="4160520" cy="100584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233172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24048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0328" y="2788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4-panel Plotly dashboard saved as portable HTML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520440"/>
            <a:ext cx="4160520" cy="100584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52044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Excel 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3-sheet structured report ready for business presentation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3520440"/>
            <a:ext cx="4160520" cy="100584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3520440"/>
            <a:ext cx="64008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910328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0328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and published for portfolio review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4480560"/>
            <a:ext cx="8503920" cy="347472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4480560"/>
            <a:ext cx="850392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5" name="Text 23">
            <a:hlinkClick r:id="rId1" tooltip=""/>
          </p:cNvPr>
          <p:cNvSpPr/>
          <p:nvPr/>
        </p:nvSpPr>
        <p:spPr>
          <a:xfrm>
            <a:off x="457200" y="45171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🌐  Live Dashboard  →  https://arpitasarkardata.github.io/It-network-anomaly-detection/anomaly_dashboard.html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Arpita Sarkar  |  B.Tech ECE, Kalyani Government Engineering College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Network Traffic Anomaly Detection</dc:title>
  <dc:subject>PptxGenJS Presentation</dc:subject>
  <dc:creator>Arpita Sarkar</dc:creator>
  <cp:lastModifiedBy>Arpita Sarkar</cp:lastModifiedBy>
  <cp:revision>1</cp:revision>
  <dcterms:created xsi:type="dcterms:W3CDTF">2026-03-29T08:21:01Z</dcterms:created>
  <dcterms:modified xsi:type="dcterms:W3CDTF">2026-03-29T08:21:01Z</dcterms:modified>
</cp:coreProperties>
</file>